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4"/>
  </p:normalViewPr>
  <p:slideViewPr>
    <p:cSldViewPr snapToGrid="0" snapToObjects="1" showGuides="1">
      <p:cViewPr varScale="1">
        <p:scale>
          <a:sx n="102" d="100"/>
          <a:sy n="102" d="100"/>
        </p:scale>
        <p:origin x="85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7A96B-3417-FB42-BF72-1870CAF730D9}" type="datetimeFigureOut">
              <a:rPr lang="en-US" smtClean="0"/>
              <a:t>12/6/20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E1E759-8BE9-8540-9AA8-882F404B9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44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80f9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80f9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4143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5AC79-476F-AF42-9D0A-8D4CB19A5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179DE7-A01D-704B-9FF6-CCAE3F1EC9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DFAFC-97E3-DD4C-9951-E31D4BF74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BD872-530A-294A-9A8A-D44D9AC1BB88}" type="datetimeFigureOut">
              <a:rPr lang="en-US" smtClean="0"/>
              <a:t>12/6/20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842E8-9EF5-2842-8803-69C72D628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4F692-BAE9-F84F-A354-19C98794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FEF5D-69EF-534C-A12B-0E12BD61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08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4A892-C483-5D41-BCE0-3F1BB9095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614B7-73A9-A540-8401-99C61227A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D8DDB-D7C1-8247-A3F6-492500D8F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BD872-530A-294A-9A8A-D44D9AC1BB88}" type="datetimeFigureOut">
              <a:rPr lang="en-US" smtClean="0"/>
              <a:t>12/6/20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3F283-A95B-B449-AC88-6137E6A9F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F2D5F-4204-BD4B-AA59-74A7D0C51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FEF5D-69EF-534C-A12B-0E12BD61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10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0229D-C9B9-B449-A5E6-1D3893019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CCE50-CADF-B345-906B-E386AB0E9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D3318-91B1-3D47-B918-E96346FBE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BD872-530A-294A-9A8A-D44D9AC1BB88}" type="datetimeFigureOut">
              <a:rPr lang="en-US" smtClean="0"/>
              <a:t>12/6/20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BBD43-A174-9C4E-A3DF-1280AF4FE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477CB-ED09-DB45-AF55-969F76E3B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FEF5D-69EF-534C-A12B-0E12BD61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959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2F1C-42EB-2742-910F-88095378B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6C30C-D4EA-CB42-87EB-54B13F44BD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B1E69C-7942-3A48-BC58-E522BD02A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55ACC-06F6-414C-B6EE-AA960F74F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BD872-530A-294A-9A8A-D44D9AC1BB88}" type="datetimeFigureOut">
              <a:rPr lang="en-US" smtClean="0"/>
              <a:t>12/6/20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E832E-DFF3-A548-9C49-6EAF49E2C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9CAEA-DFB0-7948-A6EF-9FF85602E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FEF5D-69EF-534C-A12B-0E12BD61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22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BFBA9-81C0-144A-8F55-991766BDE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3A187-A29A-D34D-90DB-F4A5CF3CC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F0644D-FADD-EE46-A626-77512F1C4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324BA4-07D4-B840-AAF7-3BA02D8B6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7861E8-1E94-2148-923C-7B2593752C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963465-CBC1-2945-9601-A30144DC2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BD872-530A-294A-9A8A-D44D9AC1BB88}" type="datetimeFigureOut">
              <a:rPr lang="en-US" smtClean="0"/>
              <a:t>12/6/20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0A0277-C08F-4C49-9C66-DA04F6614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EE113B-0E5B-3149-BD7C-44AA0DCC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FEF5D-69EF-534C-A12B-0E12BD61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1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CFB98-0B61-5D4B-ACF7-BEDEB3E8A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768A29-3FA9-C84E-AB48-49B0CFB50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BD872-530A-294A-9A8A-D44D9AC1BB88}" type="datetimeFigureOut">
              <a:rPr lang="en-US" smtClean="0"/>
              <a:t>12/6/20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516C6F-25E9-0F47-8449-3A63F1F99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E031DC-421C-EF41-8DE4-C002579E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FEF5D-69EF-534C-A12B-0E12BD61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55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B79574-EE83-AB46-8E89-3379B8306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BD872-530A-294A-9A8A-D44D9AC1BB88}" type="datetimeFigureOut">
              <a:rPr lang="en-US" smtClean="0"/>
              <a:t>12/6/20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A3B9A8-FF7B-6B4B-B3BB-2F4501D6A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E8F30-E361-004F-B7EE-3BBC84DC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FEF5D-69EF-534C-A12B-0E12BD61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34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3F99D-DC55-684F-8912-F98865306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DE746-47F9-4847-A890-41BFC135A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5F1CB6-8F47-754D-A8BD-F1EC3EC70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CB381-11F7-8640-9CBA-1D34E392C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BD872-530A-294A-9A8A-D44D9AC1BB88}" type="datetimeFigureOut">
              <a:rPr lang="en-US" smtClean="0"/>
              <a:t>12/6/20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43BAE-6BBC-0B49-8AA9-CE54F5B89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80D78-CBB1-6746-B9EA-33613DBC1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FEF5D-69EF-534C-A12B-0E12BD61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09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61369-25FA-BA4C-8C25-7B0F5184D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9505B7-A4B7-EF41-8FB8-9E7C13F2CC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E9F75-1546-0B44-99D5-B161CA870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0CCC5-C038-8A48-98EF-84EB0BF78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BD872-530A-294A-9A8A-D44D9AC1BB88}" type="datetimeFigureOut">
              <a:rPr lang="en-US" smtClean="0"/>
              <a:t>12/6/20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07319-42F7-7B42-8395-DF5EB1AD6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7041C-76B9-EC4F-AFC4-375E3127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FEF5D-69EF-534C-A12B-0E12BD61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83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6B3C6-3999-CA45-9051-B3C0B28FB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D10ECE-267B-AB4B-B3D7-27725FF51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558AC-83EA-6E47-B26B-A8F4CBB98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BD872-530A-294A-9A8A-D44D9AC1BB88}" type="datetimeFigureOut">
              <a:rPr lang="en-US" smtClean="0"/>
              <a:t>12/6/20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D4BB8-C99B-D340-804B-5AC4E9F6F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92288-B92D-A543-9BF3-282CCBA8A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FEF5D-69EF-534C-A12B-0E12BD61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88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5BF253-7373-584D-BF2C-8591BF49FC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0E9DA-23FD-2F44-8DC2-26E6165EF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303C1-4444-6749-B0F1-1B1C65421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BD872-530A-294A-9A8A-D44D9AC1BB88}" type="datetimeFigureOut">
              <a:rPr lang="en-US" smtClean="0"/>
              <a:t>12/6/20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29C6E-ABB9-FF45-B200-B3092E8C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5EC9C-2E28-6B4E-92B4-537F366BB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FEF5D-69EF-534C-A12B-0E12BD61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448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320333" y="624134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60505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645D86-5F66-C342-9418-808223C8B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904F3-561F-5A4E-A3FD-72B7EB994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B1D02-A528-1742-8781-116663DB5D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BD872-530A-294A-9A8A-D44D9AC1BB88}" type="datetimeFigureOut">
              <a:rPr lang="en-US" smtClean="0"/>
              <a:t>12/6/20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B778E-B92E-504F-8388-430A0F3E0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9CDA-28E6-7A4A-A6F0-305688CD5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FEF5D-69EF-534C-A12B-0E12BD61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9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tif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3A713763-E715-8144-8A48-D9E2B520CDEE}"/>
              </a:ext>
            </a:extLst>
          </p:cNvPr>
          <p:cNvSpPr txBox="1">
            <a:spLocks noChangeAspect="1"/>
          </p:cNvSpPr>
          <p:nvPr/>
        </p:nvSpPr>
        <p:spPr>
          <a:xfrm>
            <a:off x="7151796" y="770333"/>
            <a:ext cx="1646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/>
              <a:t>QField</a:t>
            </a:r>
            <a:r>
              <a:rPr lang="en-US" sz="1600" dirty="0"/>
              <a:t>: mobile data collection</a:t>
            </a:r>
          </a:p>
          <a:p>
            <a:endParaRPr lang="en-US" sz="1600" dirty="0"/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B957E780-1601-7A4A-A671-A41901D90E2D}"/>
              </a:ext>
            </a:extLst>
          </p:cNvPr>
          <p:cNvSpPr txBox="1">
            <a:spLocks noChangeAspect="1"/>
          </p:cNvSpPr>
          <p:nvPr/>
        </p:nvSpPr>
        <p:spPr>
          <a:xfrm>
            <a:off x="311495" y="2480396"/>
            <a:ext cx="21096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QGIS: project creation </a:t>
            </a:r>
          </a:p>
          <a:p>
            <a:endParaRPr lang="en-US" sz="1600" dirty="0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74B61F7F-5A9F-A04F-996F-7C5834D49463}"/>
              </a:ext>
            </a:extLst>
          </p:cNvPr>
          <p:cNvSpPr txBox="1">
            <a:spLocks noChangeAspect="1"/>
          </p:cNvSpPr>
          <p:nvPr/>
        </p:nvSpPr>
        <p:spPr>
          <a:xfrm>
            <a:off x="3122257" y="4663329"/>
            <a:ext cx="17109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Google Cloud Storage: secure data storage</a:t>
            </a:r>
          </a:p>
          <a:p>
            <a:endParaRPr lang="en-US" sz="1600" dirty="0"/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8EA2FE23-0904-D14F-BB26-5785A33FE106}"/>
              </a:ext>
            </a:extLst>
          </p:cNvPr>
          <p:cNvSpPr txBox="1">
            <a:spLocks noChangeAspect="1"/>
          </p:cNvSpPr>
          <p:nvPr/>
        </p:nvSpPr>
        <p:spPr>
          <a:xfrm>
            <a:off x="10282515" y="4154901"/>
            <a:ext cx="16933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Shiny dashboard:</a:t>
            </a:r>
          </a:p>
          <a:p>
            <a:r>
              <a:rPr lang="en-US" sz="1600" dirty="0"/>
              <a:t>Sync, </a:t>
            </a:r>
            <a:r>
              <a:rPr lang="en-US" sz="1600" dirty="0" err="1"/>
              <a:t>visualise</a:t>
            </a:r>
            <a:r>
              <a:rPr lang="en-US" sz="1600" dirty="0"/>
              <a:t>, and </a:t>
            </a:r>
            <a:r>
              <a:rPr lang="en-US" sz="1600" dirty="0" err="1"/>
              <a:t>analyse</a:t>
            </a:r>
            <a:r>
              <a:rPr lang="en-US" sz="1600" dirty="0"/>
              <a:t> data</a:t>
            </a:r>
          </a:p>
          <a:p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7E01300-1EA1-6F45-9E41-4A9DB1B34D3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515" y="2704717"/>
            <a:ext cx="1440000" cy="144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513D080-26EB-5E42-9688-4EED7A8952DB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606735" y="774445"/>
            <a:ext cx="1440000" cy="1440000"/>
          </a:xfrm>
          <a:prstGeom prst="rect">
            <a:avLst/>
          </a:prstGeom>
        </p:spPr>
      </p:pic>
      <p:pic>
        <p:nvPicPr>
          <p:cNvPr id="25" name="Content Placeholder 4">
            <a:extLst>
              <a:ext uri="{FF2B5EF4-FFF2-40B4-BE49-F238E27FC236}">
                <a16:creationId xmlns:a16="http://schemas.microsoft.com/office/drawing/2014/main" id="{628CFF26-8CF8-E54A-969A-E1CDC8942BD3}"/>
              </a:ext>
            </a:extLst>
          </p:cNvPr>
          <p:cNvPicPr>
            <a:picLocks noGr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6735" y="4631142"/>
            <a:ext cx="1440000" cy="144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F725758-C3C9-7D42-8C73-4A6D107F0CF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3249" r="13507"/>
          <a:stretch/>
        </p:blipFill>
        <p:spPr>
          <a:xfrm>
            <a:off x="361716" y="2772784"/>
            <a:ext cx="2009241" cy="13038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0EA4F44-8725-9849-ACA7-89A493722D5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479" t="16041" r="9232" b="7403"/>
          <a:stretch/>
        </p:blipFill>
        <p:spPr>
          <a:xfrm>
            <a:off x="4775825" y="2909386"/>
            <a:ext cx="3101821" cy="103066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5C13215-3A7E-BD4A-BC42-F9969BD8DE5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6099" t="11440" r="11565" b="15720"/>
          <a:stretch/>
        </p:blipFill>
        <p:spPr>
          <a:xfrm>
            <a:off x="4833235" y="4629219"/>
            <a:ext cx="1509147" cy="1441924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59ED21D-3EF7-1540-AEAD-7DF2851B0487}"/>
              </a:ext>
            </a:extLst>
          </p:cNvPr>
          <p:cNvCxnSpPr>
            <a:stCxn id="23" idx="2"/>
            <a:endCxn id="26" idx="0"/>
          </p:cNvCxnSpPr>
          <p:nvPr/>
        </p:nvCxnSpPr>
        <p:spPr>
          <a:xfrm>
            <a:off x="6326735" y="2214446"/>
            <a:ext cx="0" cy="69494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1760A94-6950-5E40-80D1-F6F2D7D9D799}"/>
              </a:ext>
            </a:extLst>
          </p:cNvPr>
          <p:cNvCxnSpPr>
            <a:cxnSpLocks/>
            <a:stCxn id="21" idx="1"/>
            <a:endCxn id="26" idx="3"/>
          </p:cNvCxnSpPr>
          <p:nvPr/>
        </p:nvCxnSpPr>
        <p:spPr>
          <a:xfrm flipH="1">
            <a:off x="7877646" y="3424718"/>
            <a:ext cx="2404869" cy="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5702F4A-A9AA-9F40-B6C4-984070AA5027}"/>
              </a:ext>
            </a:extLst>
          </p:cNvPr>
          <p:cNvCxnSpPr>
            <a:cxnSpLocks/>
            <a:stCxn id="26" idx="1"/>
            <a:endCxn id="19" idx="3"/>
          </p:cNvCxnSpPr>
          <p:nvPr/>
        </p:nvCxnSpPr>
        <p:spPr>
          <a:xfrm flipH="1" flipV="1">
            <a:off x="2370957" y="3424718"/>
            <a:ext cx="2404868" cy="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573E6FD-526F-EA4A-97C0-B9F645C0A526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6326735" y="3940051"/>
            <a:ext cx="0" cy="69109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12">
            <a:extLst>
              <a:ext uri="{FF2B5EF4-FFF2-40B4-BE49-F238E27FC236}">
                <a16:creationId xmlns:a16="http://schemas.microsoft.com/office/drawing/2014/main" id="{2ED6FFA6-7B6A-EB4B-B3EA-4C7D6506A92C}"/>
              </a:ext>
            </a:extLst>
          </p:cNvPr>
          <p:cNvSpPr txBox="1">
            <a:spLocks noChangeAspect="1"/>
          </p:cNvSpPr>
          <p:nvPr/>
        </p:nvSpPr>
        <p:spPr>
          <a:xfrm>
            <a:off x="0" y="5376869"/>
            <a:ext cx="23835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 err="1"/>
              <a:t>Express.js</a:t>
            </a:r>
            <a:r>
              <a:rPr lang="en-US" sz="1600" dirty="0"/>
              <a:t> server app to handle uploads and downloads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01190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</Words>
  <Application>Microsoft Macintosh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Duncan</dc:creator>
  <cp:lastModifiedBy>John Duncan</cp:lastModifiedBy>
  <cp:revision>3</cp:revision>
  <dcterms:created xsi:type="dcterms:W3CDTF">2020-12-06T09:18:59Z</dcterms:created>
  <dcterms:modified xsi:type="dcterms:W3CDTF">2020-12-06T09:20:13Z</dcterms:modified>
</cp:coreProperties>
</file>